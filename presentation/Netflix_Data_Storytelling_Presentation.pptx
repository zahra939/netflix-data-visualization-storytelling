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Khan" userId="be5567fa23bfa53e" providerId="LiveId" clId="{A3196DC0-BE8E-46D8-AA82-DF10464232A8}"/>
    <pc:docChg chg="custSel modSld">
      <pc:chgData name="Irfan Khan" userId="be5567fa23bfa53e" providerId="LiveId" clId="{A3196DC0-BE8E-46D8-AA82-DF10464232A8}" dt="2026-06-29T18:39:18.084" v="3" actId="26606"/>
      <pc:docMkLst>
        <pc:docMk/>
      </pc:docMkLst>
      <pc:sldChg chg="addSp delSp modSp mod">
        <pc:chgData name="Irfan Khan" userId="be5567fa23bfa53e" providerId="LiveId" clId="{A3196DC0-BE8E-46D8-AA82-DF10464232A8}" dt="2026-06-29T18:39:18.084" v="3" actId="26606"/>
        <pc:sldMkLst>
          <pc:docMk/>
          <pc:sldMk cId="0" sldId="260"/>
        </pc:sldMkLst>
        <pc:spChg chg="del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55" creationId="{E009DD9B-5EE2-4C0D-8B2B-351C8C102205}"/>
          </ac:spMkLst>
        </pc:spChg>
        <pc:spChg chg="del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59" creationId="{D68803C4-E159-4360-B7BB-74205C8F782D}"/>
          </ac:spMkLst>
        </pc:spChg>
        <pc:spChg chg="del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61" creationId="{504B0465-3B07-49BF-BEA7-D81476246293}"/>
          </ac:spMkLst>
        </pc:spChg>
        <pc:spChg chg="del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63" creationId="{49B7FFA5-14CB-4A4F-9BCC-CA3AA5D9D276}"/>
          </ac:spMkLst>
        </pc:spChg>
        <pc:spChg chg="del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65" creationId="{04E48745-7512-4EC2-9E20-9092D12150CA}"/>
          </ac:spMkLst>
        </pc:spChg>
        <pc:spChg chg="add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70" creationId="{E009DD9B-5EE2-4C0D-8B2B-351C8C102205}"/>
          </ac:spMkLst>
        </pc:spChg>
        <pc:spChg chg="add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72" creationId="{E720DB99-7745-4E75-9D96-AAB6D55C531E}"/>
          </ac:spMkLst>
        </pc:spChg>
        <pc:spChg chg="add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74" creationId="{D68803C4-E159-4360-B7BB-74205C8F782D}"/>
          </ac:spMkLst>
        </pc:spChg>
        <pc:spChg chg="add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78" creationId="{49B7FFA5-14CB-4A4F-9BCC-CA3AA5D9D276}"/>
          </ac:spMkLst>
        </pc:spChg>
        <pc:spChg chg="add">
          <ac:chgData name="Irfan Khan" userId="be5567fa23bfa53e" providerId="LiveId" clId="{A3196DC0-BE8E-46D8-AA82-DF10464232A8}" dt="2026-06-29T18:39:18.084" v="3" actId="26606"/>
          <ac:spMkLst>
            <pc:docMk/>
            <pc:sldMk cId="0" sldId="260"/>
            <ac:spMk id="80" creationId="{04E48745-7512-4EC2-9E20-9092D12150CA}"/>
          </ac:spMkLst>
        </pc:spChg>
        <pc:picChg chg="del">
          <ac:chgData name="Irfan Khan" userId="be5567fa23bfa53e" providerId="LiveId" clId="{A3196DC0-BE8E-46D8-AA82-DF10464232A8}" dt="2026-06-29T18:38:58.477" v="0" actId="478"/>
          <ac:picMkLst>
            <pc:docMk/>
            <pc:sldMk cId="0" sldId="260"/>
            <ac:picMk id="5" creationId="{2247FC73-9B93-7365-C70C-D9650DA008C6}"/>
          </ac:picMkLst>
        </pc:picChg>
        <pc:picChg chg="add mod">
          <ac:chgData name="Irfan Khan" userId="be5567fa23bfa53e" providerId="LiveId" clId="{A3196DC0-BE8E-46D8-AA82-DF10464232A8}" dt="2026-06-29T18:39:16.619" v="2" actId="14100"/>
          <ac:picMkLst>
            <pc:docMk/>
            <pc:sldMk cId="0" sldId="260"/>
            <ac:picMk id="13" creationId="{8150BC74-1BD2-C250-AAA9-669E7B83D8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7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7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0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7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6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1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8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1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Data Visualization and Storytelling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Name: </a:t>
            </a:r>
            <a:r>
              <a:rPr lang="en-US" dirty="0"/>
              <a:t>Zahra Fathima I</a:t>
            </a:r>
            <a:endParaRPr dirty="0"/>
          </a:p>
          <a:p>
            <a:r>
              <a:rPr dirty="0"/>
              <a:t>Dataset: Netflix Movies &amp; TV Shows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• Explore Netflix dataset</a:t>
            </a:r>
            <a:br>
              <a:rPr lang="en-US" sz="2200"/>
            </a:br>
            <a:r>
              <a:rPr lang="en-US" sz="2200"/>
              <a:t>• Clean data</a:t>
            </a:r>
            <a:br>
              <a:rPr lang="en-US" sz="2200"/>
            </a:br>
            <a:r>
              <a:rPr lang="en-US" sz="2200"/>
              <a:t>• Create visualizations</a:t>
            </a:r>
            <a:br>
              <a:rPr lang="en-US" sz="2200"/>
            </a:br>
            <a:r>
              <a:rPr lang="en-US" sz="2200"/>
              <a:t>• Tell a story with 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• Movies and TV Shows</a:t>
            </a:r>
            <a:br>
              <a:rPr lang="en-US" sz="2200"/>
            </a:br>
            <a:r>
              <a:rPr lang="en-US" sz="2200"/>
              <a:t>• Features: Title, Type, Country, Rating, Duration, Genre, Release Year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• Filled missing values</a:t>
            </a:r>
            <a:br>
              <a:rPr lang="en-US" sz="2200"/>
            </a:br>
            <a:r>
              <a:rPr lang="en-US" sz="2200"/>
              <a:t>• Converted dates</a:t>
            </a:r>
            <a:br>
              <a:rPr lang="en-US" sz="2200"/>
            </a:br>
            <a:r>
              <a:rPr lang="en-US" sz="2200"/>
              <a:t>• Cleaned duration</a:t>
            </a:r>
            <a:br>
              <a:rPr lang="en-US" sz="2200"/>
            </a:br>
            <a:r>
              <a:rPr lang="en-US" sz="2200"/>
              <a:t>• Prepared genres and countries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en-US"/>
              <a:t>Visualizations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16CD7-91C6-B4C9-3752-E99001B11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8" y="1199014"/>
            <a:ext cx="2394224" cy="17956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50BC74-1BD2-C250-AAA9-669E7B83D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971" y="1495910"/>
            <a:ext cx="2403749" cy="1201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E0514A-FA1F-39DE-2221-B7DCFB835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258" y="1199014"/>
            <a:ext cx="2394224" cy="179566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600" dirty="0"/>
              <a:t>• Content Growth</a:t>
            </a:r>
            <a:br>
              <a:rPr lang="en-US" sz="1600" dirty="0"/>
            </a:br>
            <a:r>
              <a:rPr lang="en-US" sz="1600" dirty="0"/>
              <a:t>• Movies vs TV Shows</a:t>
            </a:r>
            <a:br>
              <a:rPr lang="en-US" sz="1600" dirty="0"/>
            </a:br>
            <a:r>
              <a:rPr lang="en-US" sz="1600" dirty="0"/>
              <a:t>• Top Countries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D57A997F-57D3-4F47-B77A-14DE76B50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B304EBC-E1F0-4042-84B1-65AD44AB1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0F5971A-100F-43B9-AF60-FD95A592D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34AA403-A228-4305-AE48-0FF5690E3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C81A8F5-59C9-487C-91CC-79BB6660B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82DF6B4-81CE-4086-A1B1-BE48BA8E2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4F89592C-293C-4B0D-BEFA-961C99F88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7DFD6BF-06C6-46CB-92F8-914A50D20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9144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98" y="4355692"/>
            <a:ext cx="7029427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7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More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12" y="5827916"/>
            <a:ext cx="7020394" cy="444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  <a:defRPr sz="2200"/>
            </a:pPr>
            <a:r>
              <a:rPr lang="en-US" sz="700"/>
              <a:t>• Ratings Distribution</a:t>
            </a:r>
            <a:br>
              <a:rPr lang="en-US" sz="700"/>
            </a:br>
            <a:r>
              <a:rPr lang="en-US" sz="700"/>
              <a:t>• Top Genres</a:t>
            </a:r>
            <a:br>
              <a:rPr lang="en-US" sz="700"/>
            </a:br>
            <a:r>
              <a:rPr lang="en-US" sz="700"/>
              <a:t>• Duration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59E25-D9FE-38EB-4A53-641F5FA424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43" r="35291" b="-1"/>
          <a:stretch>
            <a:fillRect/>
          </a:stretch>
        </p:blipFill>
        <p:spPr>
          <a:xfrm>
            <a:off x="363474" y="484632"/>
            <a:ext cx="2650959" cy="3471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BE0E46-7F63-88CC-F9C7-E74CE70E92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80" r="37304" b="-1"/>
          <a:stretch>
            <a:fillRect/>
          </a:stretch>
        </p:blipFill>
        <p:spPr>
          <a:xfrm>
            <a:off x="3249984" y="484632"/>
            <a:ext cx="2653243" cy="3471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7AD953-CB5E-9841-3898-1B2EF4776D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794" r="33188" b="-1"/>
          <a:stretch>
            <a:fillRect/>
          </a:stretch>
        </p:blipFill>
        <p:spPr>
          <a:xfrm>
            <a:off x="6138778" y="484632"/>
            <a:ext cx="2798745" cy="3471937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E2BE6F-9BFB-4B18-840B-40BF0BD5C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4192" y="5111496"/>
            <a:ext cx="810678" cy="1080902"/>
            <a:chOff x="9685338" y="4460675"/>
            <a:chExt cx="1080904" cy="1080902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C9F8B2B-2B2A-491E-AA25-75099E92F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9CA9C39-5272-4D07-A5D8-4F6DB11E2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459C7A8-9F3A-4BFD-AB69-3F23A8D9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5715" y="-1"/>
            <a:ext cx="915543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0FA09C-1B86-4BC1-8793-3DC3ECCC9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7"/>
            <a:ext cx="9144000" cy="261046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4355692"/>
            <a:ext cx="6814455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4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Final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5908302"/>
            <a:ext cx="6789420" cy="364482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  <a:defRPr sz="2200"/>
            </a:pPr>
            <a:r>
              <a:rPr lang="en-US" dirty="0"/>
              <a:t>• Release Year Distribution</a:t>
            </a:r>
            <a:br>
              <a:rPr lang="en-US" dirty="0"/>
            </a:br>
            <a:r>
              <a:rPr lang="en-US" dirty="0"/>
              <a:t>• Description Word Cloud</a:t>
            </a:r>
            <a:br>
              <a:rPr lang="en-US" sz="600" dirty="0"/>
            </a:br>
            <a:endParaRPr lang="en-US" sz="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2183F-DAFF-4F3C-D56D-CA19DCB387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39" r="-2" b="-2"/>
          <a:stretch>
            <a:fillRect/>
          </a:stretch>
        </p:blipFill>
        <p:spPr>
          <a:xfrm>
            <a:off x="4864671" y="666855"/>
            <a:ext cx="3915855" cy="3066892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A560C308-AF88-4E6B-B601-74A5B889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4192" y="5111496"/>
            <a:ext cx="810678" cy="1080902"/>
            <a:chOff x="9685338" y="4460675"/>
            <a:chExt cx="1080904" cy="108090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C989C99-37FA-4068-B9DC-2E0199A2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DA07CC-C857-4245-BE87-DBEDE8BC6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C8BCBD3-EB5D-26B1-9CFA-2F39E9C41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502" y="947220"/>
            <a:ext cx="3509512" cy="2632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• Rapid growth after 2015</a:t>
            </a:r>
            <a:br>
              <a:rPr lang="en-US" sz="2200"/>
            </a:br>
            <a:r>
              <a:rPr lang="en-US" sz="2200"/>
              <a:t>• Movies dominate</a:t>
            </a:r>
            <a:br>
              <a:rPr lang="en-US" sz="2200"/>
            </a:br>
            <a:r>
              <a:rPr lang="en-US" sz="2200"/>
              <a:t>• USA leads content</a:t>
            </a:r>
            <a:br>
              <a:rPr lang="en-US" sz="2200"/>
            </a:br>
            <a:r>
              <a:rPr lang="en-US" sz="2200"/>
              <a:t>• Drama most common</a:t>
            </a:r>
            <a:br>
              <a:rPr lang="en-US" sz="2200"/>
            </a:br>
            <a:r>
              <a:rPr lang="en-US" sz="2200"/>
              <a:t>• Mature ratings common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Data visualization revealed meaningful insights and communicated patterns effectively.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20</TotalTime>
  <Words>159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Netflix Data Visualization and Storytelling</vt:lpstr>
      <vt:lpstr>Project Objective</vt:lpstr>
      <vt:lpstr>Dataset Overview</vt:lpstr>
      <vt:lpstr>Data Preprocessing</vt:lpstr>
      <vt:lpstr>Visualizations</vt:lpstr>
      <vt:lpstr>More Visualizations</vt:lpstr>
      <vt:lpstr>Final Visualizations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Irfan Khan</dc:creator>
  <cp:keywords/>
  <dc:description>generated using python-pptx</dc:description>
  <cp:lastModifiedBy>Irfan Khan</cp:lastModifiedBy>
  <cp:revision>2</cp:revision>
  <dcterms:created xsi:type="dcterms:W3CDTF">2013-01-27T09:14:16Z</dcterms:created>
  <dcterms:modified xsi:type="dcterms:W3CDTF">2026-06-29T18:39:21Z</dcterms:modified>
  <cp:category/>
</cp:coreProperties>
</file>